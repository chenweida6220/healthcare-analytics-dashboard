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D3EF"/>
    <a:srgbClr val="A1C6E7"/>
    <a:srgbClr val="262626"/>
    <a:srgbClr val="0D0D0D"/>
    <a:srgbClr val="B5D2EC"/>
    <a:srgbClr val="C39BE1"/>
    <a:srgbClr val="E6D6FC"/>
    <a:srgbClr val="E6D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20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2E379-4DB2-008B-E791-A3EEA353B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E6AFD1-C7E6-28FA-1866-5E66A563E7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D4A43-1997-4786-A336-4805958D2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CAD0-FAD3-4D88-545F-BA5BE3C9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DA239-8FC9-C2E0-D6DB-145AF240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5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D7494-3E28-F0A6-F1AD-2F91ED517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43BF3-19DD-047C-0BEE-523CBF518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0E964-F44E-7BBE-5326-F0B6DBAE3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E62D9-6BC2-EF00-656F-1245AFA3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C993F-2783-00D1-42C6-3CE2F7C6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4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3EE80-4B44-13F4-AF44-214A3A831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75174-B31C-0A17-D1FC-9CAF64A60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9DD3E-5DD6-9406-EEC1-82E5EF9B3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68B2E-4D61-C4C7-13B0-78A94C549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E6461-DDC4-873B-CECA-CF67390A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9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EE61C-FDFA-AF01-2194-218DB7DF1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CE431-02C4-8BC8-AF11-EFC07F938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C72A94-D264-DBEB-186B-56F644DE5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80AB1-7F48-D04C-A2C7-824B5E73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50B54-B183-0E3C-C195-4360A88D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83908-97A0-F7C2-23C6-84E1A3799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07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FB5D3-D5D0-C9B1-6428-CA51B6DF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812A6-DF42-FCD9-5416-657A2A507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689BB-1AD6-01F2-4C7E-B289A60C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F17A0-0B37-140E-F112-C732E961DD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9DA38-E9EF-EC4F-C3E7-468F79A53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2BCAB3-7CDB-CFD9-EAD8-378CA620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C2F2D0-CA80-F1AC-DE51-0F00832D0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B50243-F1A7-834D-7477-984C3489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81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8C487-5DF9-1620-372A-0AFDB510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1FBF76-8CAC-C438-4AC4-D35B038F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532E9-A359-CB5F-0320-6A67D94A3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E6B8E-4F4B-E8BF-CED6-47621A0C6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26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80938-6356-3C75-5BAF-19F279C8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B8FDA7-2141-04FE-5B78-E8355AE7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6577A-D684-677B-E6DA-11F839CB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59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A247-9578-91AF-4366-D1B02C1BB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C29D6-231F-3A20-9C7C-F2300D427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7EA3A-EBF5-D696-40D5-C37129AB8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D09F6-10C9-06A8-011F-B8FDBA78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244958-EF51-784C-0E8A-A55B6FBA4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4F58C-E3DF-45E9-2379-93937DD5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22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0DCE4-F419-2512-BA44-D398EF346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55E00F-157D-0805-AF08-632F68D40A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2D8DB-8DC7-3D8D-132C-18998FEAF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4A7E0-C73A-6A69-7D26-968201F5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A5B26-9185-9277-DAF7-CBEF6907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BBFB12-ACF0-E86F-EE29-DE3F6D542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1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B94D8-1E43-2B04-77A5-605E991B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59ECC-1C8A-9F6F-0023-8312A512EE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96006-7B7E-20A0-1EDE-9FD929B5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A0900-F595-FB8C-9D2C-F07217354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5697A-DD1A-F602-62A7-FBB5261A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5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F6DDA7-AE22-BB47-CCED-991ACB9FF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9694F-36D0-9D73-4F42-7C760A6EF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83AF4-ADCB-EC1A-8989-00D577EE4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A0901-5A61-442A-966A-FE559944A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482C9-0327-7986-F9A6-4D0FB52B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72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821B22-CF71-9B91-A2B0-0AEBB87C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03F037-A1FD-0CF7-1893-2942D3854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53E04-2AB5-8FA3-2D4D-0F2C51A6C9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745EC-3603-49AF-A0F1-0BD03CE2A7CC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971CF-07C8-8D57-0D0E-AD15E6E961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A25E3-9C06-ACAF-167B-266F405E3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3F5492-D060-4D3E-85FD-44FA103DB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79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rgbClr val="B5D2EC"/>
            </a:gs>
            <a:gs pos="0">
              <a:srgbClr val="E6D6FC"/>
            </a:gs>
            <a:gs pos="44000">
              <a:srgbClr val="B5D2EC"/>
            </a:gs>
            <a:gs pos="100000">
              <a:srgbClr val="C39BE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8B2D95-E334-C7AD-06EA-41997F49061F}"/>
              </a:ext>
            </a:extLst>
          </p:cNvPr>
          <p:cNvSpPr/>
          <p:nvPr/>
        </p:nvSpPr>
        <p:spPr>
          <a:xfrm>
            <a:off x="207264" y="617220"/>
            <a:ext cx="11777472" cy="6080760"/>
          </a:xfrm>
          <a:prstGeom prst="roundRect">
            <a:avLst>
              <a:gd name="adj" fmla="val 2166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816EF1-8DF0-2782-2192-1745B17D3C4B}"/>
              </a:ext>
            </a:extLst>
          </p:cNvPr>
          <p:cNvSpPr/>
          <p:nvPr/>
        </p:nvSpPr>
        <p:spPr>
          <a:xfrm>
            <a:off x="315214" y="2247900"/>
            <a:ext cx="5486400" cy="2070100"/>
          </a:xfrm>
          <a:prstGeom prst="roundRect">
            <a:avLst>
              <a:gd name="adj" fmla="val 49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2C0D56-3D78-B42F-9CA3-864E64F557FB}"/>
              </a:ext>
            </a:extLst>
          </p:cNvPr>
          <p:cNvSpPr/>
          <p:nvPr/>
        </p:nvSpPr>
        <p:spPr>
          <a:xfrm>
            <a:off x="6390386" y="2247900"/>
            <a:ext cx="5486400" cy="2070100"/>
          </a:xfrm>
          <a:prstGeom prst="roundRect">
            <a:avLst>
              <a:gd name="adj" fmla="val 49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7B3370A0-8CAE-C410-FBCB-C32EE7BC8F56}"/>
              </a:ext>
            </a:extLst>
          </p:cNvPr>
          <p:cNvSpPr/>
          <p:nvPr/>
        </p:nvSpPr>
        <p:spPr>
          <a:xfrm>
            <a:off x="8661400" y="527050"/>
            <a:ext cx="3215386" cy="13970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A1C6E7"/>
          </a:solidFill>
          <a:ln>
            <a:noFill/>
          </a:ln>
          <a:effectLst>
            <a:outerShdw blurRad="50800" dist="50800" dir="54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174C90-B549-E0F8-8A46-DF0848FF55FD}"/>
              </a:ext>
            </a:extLst>
          </p:cNvPr>
          <p:cNvSpPr/>
          <p:nvPr/>
        </p:nvSpPr>
        <p:spPr>
          <a:xfrm>
            <a:off x="315214" y="736600"/>
            <a:ext cx="11561572" cy="1397000"/>
          </a:xfrm>
          <a:prstGeom prst="roundRect">
            <a:avLst>
              <a:gd name="adj" fmla="val 49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D636BD9-3E25-D586-AC39-2EA7E4FD9E62}"/>
              </a:ext>
            </a:extLst>
          </p:cNvPr>
          <p:cNvSpPr/>
          <p:nvPr/>
        </p:nvSpPr>
        <p:spPr>
          <a:xfrm>
            <a:off x="315214" y="4472940"/>
            <a:ext cx="5486400" cy="2070100"/>
          </a:xfrm>
          <a:prstGeom prst="roundRect">
            <a:avLst>
              <a:gd name="adj" fmla="val 49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25C832D-CFE2-6578-97B6-843A017A5B34}"/>
              </a:ext>
            </a:extLst>
          </p:cNvPr>
          <p:cNvSpPr/>
          <p:nvPr/>
        </p:nvSpPr>
        <p:spPr>
          <a:xfrm>
            <a:off x="6390386" y="4472940"/>
            <a:ext cx="5486400" cy="2070100"/>
          </a:xfrm>
          <a:prstGeom prst="roundRect">
            <a:avLst>
              <a:gd name="adj" fmla="val 492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Graphic 15" descr="Moon with solid fill">
            <a:extLst>
              <a:ext uri="{FF2B5EF4-FFF2-40B4-BE49-F238E27FC236}">
                <a16:creationId xmlns:a16="http://schemas.microsoft.com/office/drawing/2014/main" id="{D70C96C8-2FC4-3F5F-EA00-D2BF52865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685867" y="825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7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2000">
              <a:srgbClr val="0D0D0D"/>
            </a:gs>
            <a:gs pos="0">
              <a:srgbClr val="262626"/>
            </a:gs>
            <a:gs pos="44000">
              <a:srgbClr val="0D0D0D"/>
            </a:gs>
            <a:gs pos="100000">
              <a:srgbClr val="262626"/>
            </a:gs>
          </a:gsLst>
          <a:lin ang="4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C77A0-DB72-5ED1-9BAE-15177AE04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F562FD-237D-052A-25D0-465CC1EDA38D}"/>
              </a:ext>
            </a:extLst>
          </p:cNvPr>
          <p:cNvSpPr/>
          <p:nvPr/>
        </p:nvSpPr>
        <p:spPr>
          <a:xfrm>
            <a:off x="207264" y="617220"/>
            <a:ext cx="11777472" cy="6080760"/>
          </a:xfrm>
          <a:prstGeom prst="roundRect">
            <a:avLst>
              <a:gd name="adj" fmla="val 216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809FA18-8D7B-F23E-8C1C-51E38360D96D}"/>
              </a:ext>
            </a:extLst>
          </p:cNvPr>
          <p:cNvSpPr/>
          <p:nvPr/>
        </p:nvSpPr>
        <p:spPr>
          <a:xfrm>
            <a:off x="315214" y="2247900"/>
            <a:ext cx="5486400" cy="2070100"/>
          </a:xfrm>
          <a:prstGeom prst="roundRect">
            <a:avLst>
              <a:gd name="adj" fmla="val 492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39EBEC-6254-4A10-BEF8-7B8741AA79E2}"/>
              </a:ext>
            </a:extLst>
          </p:cNvPr>
          <p:cNvSpPr/>
          <p:nvPr/>
        </p:nvSpPr>
        <p:spPr>
          <a:xfrm>
            <a:off x="6390386" y="2247900"/>
            <a:ext cx="5486400" cy="2070100"/>
          </a:xfrm>
          <a:prstGeom prst="roundRect">
            <a:avLst>
              <a:gd name="adj" fmla="val 492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456DACF8-69F2-726B-18BC-AEA3106984F8}"/>
              </a:ext>
            </a:extLst>
          </p:cNvPr>
          <p:cNvSpPr/>
          <p:nvPr/>
        </p:nvSpPr>
        <p:spPr>
          <a:xfrm>
            <a:off x="8661400" y="527050"/>
            <a:ext cx="3215386" cy="13970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A1C6E7"/>
          </a:solidFill>
          <a:ln>
            <a:noFill/>
          </a:ln>
          <a:effectLst>
            <a:outerShdw blurRad="50800" dist="50800" dir="54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A67325-C4AD-AAAF-C3E4-C6FEF01544D6}"/>
              </a:ext>
            </a:extLst>
          </p:cNvPr>
          <p:cNvSpPr/>
          <p:nvPr/>
        </p:nvSpPr>
        <p:spPr>
          <a:xfrm>
            <a:off x="315214" y="736600"/>
            <a:ext cx="11561572" cy="1397000"/>
          </a:xfrm>
          <a:prstGeom prst="roundRect">
            <a:avLst>
              <a:gd name="adj" fmla="val 492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42C79C-4E32-809A-8A5F-CFCDDC184756}"/>
              </a:ext>
            </a:extLst>
          </p:cNvPr>
          <p:cNvSpPr/>
          <p:nvPr/>
        </p:nvSpPr>
        <p:spPr>
          <a:xfrm>
            <a:off x="315214" y="4472940"/>
            <a:ext cx="5486400" cy="2070100"/>
          </a:xfrm>
          <a:prstGeom prst="roundRect">
            <a:avLst>
              <a:gd name="adj" fmla="val 492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DEE856D-02DB-4770-B259-908ABDC30B66}"/>
              </a:ext>
            </a:extLst>
          </p:cNvPr>
          <p:cNvSpPr/>
          <p:nvPr/>
        </p:nvSpPr>
        <p:spPr>
          <a:xfrm>
            <a:off x="6390386" y="4472940"/>
            <a:ext cx="5486400" cy="2070100"/>
          </a:xfrm>
          <a:prstGeom prst="roundRect">
            <a:avLst>
              <a:gd name="adj" fmla="val 4921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Graphic 25" descr="Moon with solid fill">
            <a:extLst>
              <a:ext uri="{FF2B5EF4-FFF2-40B4-BE49-F238E27FC236}">
                <a16:creationId xmlns:a16="http://schemas.microsoft.com/office/drawing/2014/main" id="{738D2C33-6F0D-4C51-1305-D48D7A145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9683496" y="6985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6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6F3F39D-7D35-D96E-BDFF-CD3F6C0705A3}"/>
              </a:ext>
            </a:extLst>
          </p:cNvPr>
          <p:cNvGrpSpPr/>
          <p:nvPr/>
        </p:nvGrpSpPr>
        <p:grpSpPr>
          <a:xfrm>
            <a:off x="4183487" y="234085"/>
            <a:ext cx="3825026" cy="6389830"/>
            <a:chOff x="4183487" y="234085"/>
            <a:chExt cx="3825026" cy="638983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0022B75-58E9-2AC8-45CC-AAD5CFE231FC}"/>
                </a:ext>
              </a:extLst>
            </p:cNvPr>
            <p:cNvSpPr/>
            <p:nvPr/>
          </p:nvSpPr>
          <p:spPr>
            <a:xfrm>
              <a:off x="4183487" y="234085"/>
              <a:ext cx="3825026" cy="6389830"/>
            </a:xfrm>
            <a:prstGeom prst="roundRect">
              <a:avLst>
                <a:gd name="adj" fmla="val 6485"/>
              </a:avLst>
            </a:prstGeom>
            <a:solidFill>
              <a:srgbClr val="A1C6E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CCDF71E3-DDBE-EE82-F11B-2F7EE5CFE07A}"/>
                </a:ext>
              </a:extLst>
            </p:cNvPr>
            <p:cNvSpPr/>
            <p:nvPr/>
          </p:nvSpPr>
          <p:spPr>
            <a:xfrm>
              <a:off x="4183487" y="234085"/>
              <a:ext cx="3825026" cy="663382"/>
            </a:xfrm>
            <a:prstGeom prst="roundRect">
              <a:avLst>
                <a:gd name="adj" fmla="val 39030"/>
              </a:avLst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220A3F1-C90A-3F7D-CD4D-7335700AFD85}"/>
                </a:ext>
              </a:extLst>
            </p:cNvPr>
            <p:cNvSpPr/>
            <p:nvPr/>
          </p:nvSpPr>
          <p:spPr>
            <a:xfrm>
              <a:off x="4183487" y="5960533"/>
              <a:ext cx="3825026" cy="663382"/>
            </a:xfrm>
            <a:prstGeom prst="roundRect">
              <a:avLst>
                <a:gd name="adj" fmla="val 39030"/>
              </a:avLst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6838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 Da Chen</dc:creator>
  <cp:lastModifiedBy>Wei Da Chen</cp:lastModifiedBy>
  <cp:revision>13</cp:revision>
  <dcterms:created xsi:type="dcterms:W3CDTF">2025-12-27T22:47:34Z</dcterms:created>
  <dcterms:modified xsi:type="dcterms:W3CDTF">2025-12-28T04:30:00Z</dcterms:modified>
</cp:coreProperties>
</file>